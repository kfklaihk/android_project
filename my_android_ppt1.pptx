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60" r:id="rId8"/>
    <p:sldId id="269" r:id="rId9"/>
    <p:sldId id="261" r:id="rId10"/>
    <p:sldId id="262" r:id="rId11"/>
    <p:sldId id="270" r:id="rId12"/>
    <p:sldId id="271" r:id="rId13"/>
    <p:sldId id="272" r:id="rId14"/>
    <p:sldId id="263" r:id="rId15"/>
    <p:sldId id="266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tags" Target="../tags/tag1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6250" y="2159000"/>
            <a:ext cx="81915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Garamond, serif" pitchFamily="34" charset="0"/>
                <a:ea typeface="Garamond, serif" pitchFamily="34" charset="-122"/>
                <a:cs typeface="Garamond, serif" pitchFamily="34" charset="-120"/>
              </a:rPr>
              <a:t>Android 應用程式開發專案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270000" y="2921000"/>
            <a:ext cx="6604000" cy="7680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開發老虎機應用程式的全過程</a:t>
            </a:r>
            <a:endParaRPr lang="en-US" sz="134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6250" y="431800"/>
            <a:ext cx="81915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Garamond, serif" pitchFamily="34" charset="0"/>
                <a:ea typeface="Garamond, serif" pitchFamily="34" charset="-122"/>
                <a:cs typeface="Garamond, serif" pitchFamily="34" charset="-120"/>
              </a:rPr>
              <a:t>專案流程概覽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76250" y="1333500"/>
            <a:ext cx="8191500" cy="34564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buSzPct val="100000"/>
              <a:buChar char="•"/>
            </a:pPr>
            <a:r>
              <a:rPr lang="zh-CN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應用程式設計思考</a:t>
            </a:r>
            <a:endParaRPr lang="zh-CN" alt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應用程式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介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設計</a:t>
            </a:r>
            <a:endParaRPr lang="en-US" sz="1345" dirty="0"/>
          </a:p>
          <a:p>
            <a:pPr marL="342900" indent="-342900" algn="l">
              <a:buSzPct val="100000"/>
              <a:buChar char="•"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編寫程式碼實現功能</a:t>
            </a:r>
            <a:endParaRPr lang="en-US" sz="1345" dirty="0"/>
          </a:p>
          <a:p>
            <a:pPr marL="342900" indent="-342900" algn="l">
              <a:buSzPct val="100000"/>
              <a:buChar char="•"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進行應用測試</a:t>
            </a:r>
            <a:endParaRPr lang="en-US" sz="1345" dirty="0"/>
          </a:p>
          <a:p>
            <a:pPr indent="0" algn="l">
              <a:buSzPct val="100000"/>
              <a:buNone/>
            </a:pPr>
            <a:endParaRPr lang="en-US" sz="134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35500" y="431800"/>
            <a:ext cx="403225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Garamond, serif" pitchFamily="34" charset="0"/>
                <a:ea typeface="Garamond, serif" pitchFamily="34" charset="-122"/>
                <a:cs typeface="Garamond, serif" pitchFamily="34" charset="-120"/>
              </a:rPr>
              <a:t>應用程式設計思考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635500" y="1333500"/>
            <a:ext cx="4032250" cy="34564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在設計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角子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老虎機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遊戲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應用程式時，我們考慮了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遊戲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玩法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趣味性,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介面和開發難度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透過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幾種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色彩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和簡潔的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佈局,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使介面看起來有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趣舒服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又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減低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設計難度</a:t>
            </a:r>
            <a:endParaRPr lang="zh-TW" alt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endParaRPr lang="zh-TW" alt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透過以數字而非圖片作為轉盤圖案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減低開發難度</a:t>
            </a:r>
            <a:endParaRPr lang="zh-TW" alt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endParaRPr lang="zh-TW" alt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模擬真實角子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老虎機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遊戲運作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每個按鈕模擬每一個遊戲桿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按下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-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停留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-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鬆開按鈕作為轉動一輪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在鬆開後數字仍會繼續轉動幾秒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模擬實物慣性轉動才停下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增加趣味性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增加不同中獎組合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例如加入遞增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遞減連續數作為中獎組合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增加趣味性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。</a:t>
            </a: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  <a:p>
            <a:pPr marL="0" indent="0" algn="l">
              <a:buNone/>
            </a:pP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5.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在介面顯示遊戲玩明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讓使用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者輕鬆入手</a:t>
            </a: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endParaRPr lang="en-US" sz="1345" dirty="0"/>
          </a:p>
          <a:p>
            <a:pPr marL="0" indent="0" algn="l">
              <a:buNone/>
            </a:pPr>
            <a:endParaRPr lang="en-US" sz="1345" dirty="0"/>
          </a:p>
        </p:txBody>
      </p:sp>
      <p:pic>
        <p:nvPicPr>
          <p:cNvPr id="4" name="Image 0" descr="slot machine desig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476250"/>
            <a:ext cx="40322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6250" y="431800"/>
            <a:ext cx="81915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400" b="1" dirty="0">
                <a:solidFill>
                  <a:srgbClr val="000000"/>
                </a:solidFill>
                <a:latin typeface="Garamond, serif" pitchFamily="34" charset="0"/>
                <a:ea typeface="Garamond, serif" pitchFamily="34" charset="-122"/>
                <a:cs typeface="Garamond, serif" pitchFamily="34" charset="-120"/>
              </a:rPr>
              <a:t>介面</a:t>
            </a:r>
            <a:r>
              <a:rPr lang="en-US" sz="2400" b="1" dirty="0">
                <a:solidFill>
                  <a:srgbClr val="000000"/>
                </a:solidFill>
                <a:latin typeface="Garamond, serif" pitchFamily="34" charset="0"/>
                <a:ea typeface="Garamond, serif" pitchFamily="34" charset="-122"/>
                <a:cs typeface="Garamond, serif" pitchFamily="34" charset="-120"/>
              </a:rPr>
              <a:t>設計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24815" y="1117600"/>
            <a:ext cx="3106420" cy="25273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我們的設計以簡潔明亮為主，使用鮮豔的顏色和直觀的按鈕，以引導使用者輕鬆操作。</a:t>
            </a: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技術上以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 Layout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配合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Button, Textbox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完成</a:t>
            </a:r>
            <a:endParaRPr lang="en-US" sz="1345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endParaRPr lang="en-US" sz="1345" dirty="0"/>
          </a:p>
          <a:p>
            <a:pPr marL="0" indent="0" algn="l">
              <a:buNone/>
            </a:pPr>
            <a:endParaRPr lang="en-US" sz="1345" dirty="0"/>
          </a:p>
        </p:txBody>
      </p:sp>
      <p:pic>
        <p:nvPicPr>
          <p:cNvPr id="7" name="Picture 6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835" y="733425"/>
            <a:ext cx="2128520" cy="3588385"/>
          </a:xfrm>
          <a:prstGeom prst="rect">
            <a:avLst/>
          </a:prstGeom>
        </p:spPr>
      </p:pic>
      <p:pic>
        <p:nvPicPr>
          <p:cNvPr id="8" name="Picture 7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405" y="733425"/>
            <a:ext cx="1730375" cy="3477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95" y="638810"/>
            <a:ext cx="3481705" cy="3865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6250" y="431800"/>
            <a:ext cx="403225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Garamond, serif" pitchFamily="34" charset="0"/>
                <a:ea typeface="Garamond, serif" pitchFamily="34" charset="-122"/>
                <a:cs typeface="Garamond, serif" pitchFamily="34" charset="-120"/>
              </a:rPr>
              <a:t>編碼過程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76250" y="1492885"/>
            <a:ext cx="3186430" cy="3296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在編碼過程中，我們主要使用 Java 語言來實現應用的邏輯。主要包括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設定遊戲按鈕狀態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,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按下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鬆開按鈕的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遊戲邏輯處理,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非同步方式處理轉盤滾動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停下及檢查結果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重新開始遊戲處理</a:t>
            </a:r>
            <a:r>
              <a:rPr lang="en-US" altLang="zh-TW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345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935" y="1327150"/>
            <a:ext cx="3800475" cy="4098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827405"/>
            <a:ext cx="4744720" cy="323532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684520" y="827405"/>
            <a:ext cx="2506980" cy="26536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marL="0" indent="0" algn="l">
              <a:buNone/>
            </a:pP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控制遊戲按下按鈕之後流程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34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" y="464820"/>
            <a:ext cx="4535805" cy="439483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395595" y="415290"/>
            <a:ext cx="2506980" cy="26536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marL="0" indent="0" algn="l">
              <a:buNone/>
            </a:pP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非同步控制按下按鈕之後轉盤轉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動流程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34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 txBox="1"/>
          <p:nvPr/>
        </p:nvSpPr>
        <p:spPr>
          <a:xfrm>
            <a:off x="5836920" y="459105"/>
            <a:ext cx="2506980" cy="26536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marL="0" indent="0" algn="l">
              <a:buNone/>
            </a:pP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非同步控制鬆開按鈕之後轉盤停止轉動及計算賽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果流程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34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5" y="415290"/>
            <a:ext cx="5199380" cy="4085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 txBox="1"/>
          <p:nvPr/>
        </p:nvSpPr>
        <p:spPr>
          <a:xfrm>
            <a:off x="5836920" y="459105"/>
            <a:ext cx="2506980" cy="26536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marL="0" indent="0" algn="l">
              <a:buNone/>
            </a:pP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計算賽</a:t>
            </a:r>
            <a:r>
              <a:rPr lang="zh-TW" alt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果流程</a:t>
            </a: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345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5" y="249555"/>
            <a:ext cx="4775835" cy="16598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45" y="2068830"/>
            <a:ext cx="4168140" cy="29965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6250" y="431800"/>
            <a:ext cx="81915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Garamond, serif" pitchFamily="34" charset="0"/>
                <a:ea typeface="Garamond, serif" pitchFamily="34" charset="-122"/>
                <a:cs typeface="Garamond, serif" pitchFamily="34" charset="-120"/>
              </a:rPr>
              <a:t>測試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76250" y="1333500"/>
            <a:ext cx="8191500" cy="34564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buSzPct val="100000"/>
              <a:buChar char="•"/>
            </a:pPr>
            <a:endParaRPr lang="en-US" sz="1345" dirty="0"/>
          </a:p>
        </p:txBody>
      </p:sp>
      <p:pic>
        <p:nvPicPr>
          <p:cNvPr id="4" name="android slot machine demo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6885" y="1143635"/>
            <a:ext cx="6155690" cy="31508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6250" y="431800"/>
            <a:ext cx="81915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Garamond, serif" pitchFamily="34" charset="0"/>
                <a:ea typeface="Garamond, serif" pitchFamily="34" charset="-122"/>
                <a:cs typeface="Garamond, serif" pitchFamily="34" charset="-120"/>
              </a:rPr>
              <a:t>專案總結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76250" y="1333500"/>
            <a:ext cx="8191500" cy="34564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在本次專案中，我們學到了應用程式開發的完整流程，從設計思考到編碼、測試，每一步都至關重要。未來，我們希望能夠進一步優化這款老虎機應用，增加更多的功能與玩法，提升使用者的體驗。</a:t>
            </a:r>
            <a:endParaRPr lang="en-US" sz="134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WPS Presentation</Application>
  <PresentationFormat>On-screen Show (16:9)</PresentationFormat>
  <Paragraphs>54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Garamond, serif</vt:lpstr>
      <vt:lpstr>Segoe Print</vt:lpstr>
      <vt:lpstr>Garamond, serif</vt:lpstr>
      <vt:lpstr>Garamond, serif</vt:lpstr>
      <vt:lpstr>Inter</vt:lpstr>
      <vt:lpstr>Inter</vt:lpstr>
      <vt:lpstr>Inter</vt:lpstr>
      <vt:lpstr>Calibri</vt:lpstr>
      <vt:lpstr>Microsoft YaHei</vt:lpstr>
      <vt:lpstr>Arial Unicode MS</vt:lpstr>
      <vt:lpstr>新細明體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my_android_ppt</dc:title>
  <dc:creator>Trading Algo</dc:creator>
  <dc:subject>PptxGenJS Presentation</dc:subject>
  <cp:lastModifiedBy>User</cp:lastModifiedBy>
  <cp:revision>7</cp:revision>
  <dcterms:created xsi:type="dcterms:W3CDTF">2025-03-19T13:10:00Z</dcterms:created>
  <dcterms:modified xsi:type="dcterms:W3CDTF">2025-03-20T15:24:26Z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ED818446B0AE4E419AD0D50CCAD46F5E_12</vt:lpwstr>
  </property>
  <property fmtid="{D5CDD505-2E9C-101B-9397-08002B2CF9AE}" pid="3" name="KSOProductBuildVer">
    <vt:lpwstr>1033-12.2.0.20348</vt:lpwstr>
  </property>
</Properties>
</file>